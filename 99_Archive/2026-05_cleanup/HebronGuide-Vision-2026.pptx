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1A2535"/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1200" kern="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HEBRON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spc="2000" kern="0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99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이민자를 위한 디지털 환대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Hospitality for Immigrants — Together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김성수 (Paul Kim) 목사  ·  hebronguide.com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914400" y="6400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나그네 되었을 때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너희가 영접하였다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was a stranger and you welcomed me."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Matthew 25:35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3337560"/>
            <a:ext cx="36576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20년간 우리가 한 건물에서 함께 살아온 것의 디지털 확장입니다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extension of what we've lived together for 20 years in one building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HebronGuide 지금은?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HebronGuide Today?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560320" cy="20116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 / Cities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07008"/>
            <a:ext cx="5486400" cy="347472"/>
          </a:xfrm>
          <a:prstGeom prst="rect">
            <a:avLst/>
          </a:prstGeom>
          <a:solidFill>
            <a:srgbClr val="212D3D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2161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⛪  교회 찾기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121615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Church Finder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609344"/>
            <a:ext cx="5486400" cy="347472"/>
          </a:xfrm>
          <a:prstGeom prst="rect">
            <a:avLst/>
          </a:prstGeom>
          <a:solidFill>
            <a:srgbClr val="212D3D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61848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🏪  업소 등재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52160" y="161848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Listings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2011680"/>
            <a:ext cx="5486400" cy="347472"/>
          </a:xfrm>
          <a:prstGeom prst="rect">
            <a:avLst/>
          </a:prstGeom>
          <a:solidFill>
            <a:srgbClr val="212D3D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202082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🏠  정착 정보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0" y="20208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Guide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2414016"/>
            <a:ext cx="5486400" cy="347472"/>
          </a:xfrm>
          <a:prstGeom prst="rect">
            <a:avLst/>
          </a:prstGeom>
          <a:solidFill>
            <a:srgbClr val="212D3D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4231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 커뮤니티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0" y="242316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Network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816352"/>
            <a:ext cx="5486400" cy="347472"/>
          </a:xfrm>
          <a:prstGeom prst="rect">
            <a:avLst/>
          </a:prstGeom>
          <a:solidFill>
            <a:srgbClr val="212D3D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82549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 PWA 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282549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App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3273552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0D3320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327355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 Now  ·  hebronguide.com  ·  한인 이민자 52개 도시 서비스 중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14개국  ·  14 Countries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보는 공백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We See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651760" cy="3108960"/>
          </a:xfrm>
          <a:prstGeom prst="rect">
            <a:avLst/>
          </a:prstGeom>
          <a:solidFill>
            <a:srgbClr val="0D2A1F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0700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🇰🇷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한인 이민자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Immigrants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377440" cy="438912"/>
          </a:xfrm>
          <a:prstGeom prst="rect">
            <a:avLst/>
          </a:prstGeom>
          <a:solidFill>
            <a:srgbClr val="1A5C3A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HebronGuide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4015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E7B7"/>
                </a:solidFill>
              </a:rPr>
              <a:t>✅ 있음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0" y="1115568"/>
            <a:ext cx="2651760" cy="3108960"/>
          </a:xfrm>
          <a:prstGeom prst="rect">
            <a:avLst/>
          </a:prstGeom>
          <a:solidFill>
            <a:srgbClr val="2A1A1A"/>
          </a:solidFill>
          <a:ln w="19050">
            <a:solidFill>
              <a:srgbClr val="5A2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20700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🌎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0040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히스패닉 이민자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2377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 Immigrants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2834640"/>
            <a:ext cx="2377440" cy="438912"/>
          </a:xfrm>
          <a:prstGeom prst="rect">
            <a:avLst/>
          </a:prstGeom>
          <a:solidFill>
            <a:srgbClr val="5C1A1A"/>
          </a:solidFill>
          <a:ln w="12700">
            <a:solidFill>
              <a:srgbClr val="C0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8346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 가이드 없음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34015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5555"/>
                </a:solidFill>
              </a:rPr>
              <a:t>❌ 없음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80760" y="1115568"/>
            <a:ext cx="2651760" cy="3108960"/>
          </a:xfrm>
          <a:prstGeom prst="rect">
            <a:avLst/>
          </a:prstGeom>
          <a:solidFill>
            <a:srgbClr val="2A1A1A"/>
          </a:solidFill>
          <a:ln w="19050">
            <a:solidFill>
              <a:srgbClr val="5A2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80760" y="120700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🇺🇸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08076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영어권 이민자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80760" y="2377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English-Speaking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834640"/>
            <a:ext cx="2377440" cy="438912"/>
          </a:xfrm>
          <a:prstGeom prst="rect">
            <a:avLst/>
          </a:prstGeom>
          <a:solidFill>
            <a:srgbClr val="5C1A1A"/>
          </a:solidFill>
          <a:ln w="12700">
            <a:solidFill>
              <a:srgbClr val="C0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83464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0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 가이드 없음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80760" y="34015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5555"/>
                </a:solidFill>
              </a:rPr>
              <a:t>❌ 없음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74320" y="4370832"/>
            <a:ext cx="8595360" cy="502920"/>
          </a:xfrm>
          <a:prstGeom prst="rect">
            <a:avLst/>
          </a:prstGeom>
          <a:solidFill>
            <a:srgbClr val="212D3D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37083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도시, 같은 필요, 다른 언어 — 우리가 함께 채울 수 있습니다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"20년의 관계는 살 수 없습니다"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"20 years of relationship cannot be bought."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560320" cy="2331720"/>
          </a:xfrm>
          <a:prstGeom prst="rect">
            <a:avLst/>
          </a:prstGeom>
          <a:solidFill>
            <a:srgbClr val="212D3D"/>
          </a:solidFill>
          <a:ln w="254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8132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🇰🇷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37744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402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한인 교회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9443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Church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547872"/>
            <a:ext cx="2011680" cy="274320"/>
          </a:xfrm>
          <a:prstGeom prst="rect">
            <a:avLst/>
          </a:prstGeom>
          <a:solidFill>
            <a:srgbClr val="0D2A1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47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있습니다 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560320" cy="2331720"/>
          </a:xfrm>
          <a:prstGeom prst="rect">
            <a:avLst/>
          </a:prstGeom>
          <a:solidFill>
            <a:srgbClr val="212D3D"/>
          </a:solidFill>
          <a:ln w="254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48132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🌎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3291840" y="2148840"/>
            <a:ext cx="2377440" cy="36576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2402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히스패닉 교회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9443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 Church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3547872"/>
            <a:ext cx="2011680" cy="274320"/>
          </a:xfrm>
          <a:prstGeom prst="rect">
            <a:avLst/>
          </a:prstGeom>
          <a:solidFill>
            <a:srgbClr val="0D2A1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547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있습니다 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417320"/>
            <a:ext cx="2560320" cy="2331720"/>
          </a:xfrm>
          <a:prstGeom prst="rect">
            <a:avLst/>
          </a:prstGeom>
          <a:solidFill>
            <a:srgbClr val="212D3D"/>
          </a:solidFill>
          <a:ln w="254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148132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🇺🇸</a:t>
            </a:r>
            <a:endParaRPr lang="en-US" sz="3800" dirty="0"/>
          </a:p>
        </p:txBody>
      </p:sp>
      <p:sp>
        <p:nvSpPr>
          <p:cNvPr id="21" name="Shape 19"/>
          <p:cNvSpPr/>
          <p:nvPr/>
        </p:nvSpPr>
        <p:spPr>
          <a:xfrm>
            <a:off x="6126480" y="2148840"/>
            <a:ext cx="2377440" cy="3657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2402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영어권 교회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35040" y="29443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Church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547872"/>
            <a:ext cx="2011680" cy="274320"/>
          </a:xfrm>
          <a:prstGeom prst="rect">
            <a:avLst/>
          </a:prstGeom>
          <a:solidFill>
            <a:srgbClr val="0D2A1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547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있습니다 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0416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기술은 준비되었습니다. 관계는 이미 있습니다.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4453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is ready. The relationships already exist.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— 세 개의 플랫폼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 — Three Platforms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651760" cy="3246120"/>
          </a:xfrm>
          <a:prstGeom prst="rect">
            <a:avLst/>
          </a:prstGeom>
          <a:solidFill>
            <a:srgbClr val="212D3D"/>
          </a:solidFill>
          <a:ln w="254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2651760" cy="502920"/>
          </a:xfrm>
          <a:prstGeom prst="rect">
            <a:avLst/>
          </a:prstGeom>
          <a:solidFill>
            <a:srgbClr val="C9A227">
              <a:alpha val="30000"/>
            </a:srgbClr>
          </a:solidFill>
          <a:ln w="12700">
            <a:solidFill>
              <a:srgbClr val="C9A227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🇰🇷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HebronGuide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267004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Immigrants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32735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hebronguide.com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30752"/>
            <a:ext cx="237744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307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🟢 라이브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115568"/>
            <a:ext cx="2651760" cy="3246120"/>
          </a:xfrm>
          <a:prstGeom prst="rect">
            <a:avLst/>
          </a:prstGeom>
          <a:solidFill>
            <a:srgbClr val="212D3D"/>
          </a:solidFill>
          <a:ln w="254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15568"/>
            <a:ext cx="2651760" cy="502920"/>
          </a:xfrm>
          <a:prstGeom prst="rect">
            <a:avLst/>
          </a:prstGeom>
          <a:solidFill>
            <a:srgbClr val="6EE7B7">
              <a:alpha val="30000"/>
            </a:srgbClr>
          </a:solidFill>
          <a:ln w="12700">
            <a:solidFill>
              <a:srgbClr val="6EE7B7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🌎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00400" y="18745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HebronGuide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Latino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267004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Immigrants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32735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español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3730752"/>
            <a:ext cx="237744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37307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🔵 준비 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1115568"/>
            <a:ext cx="2651760" cy="3246120"/>
          </a:xfrm>
          <a:prstGeom prst="rect">
            <a:avLst/>
          </a:prstGeom>
          <a:solidFill>
            <a:srgbClr val="212D3D"/>
          </a:solidFill>
          <a:ln w="254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115568"/>
            <a:ext cx="2651760" cy="502920"/>
          </a:xfrm>
          <a:prstGeom prst="rect">
            <a:avLst/>
          </a:prstGeom>
          <a:solidFill>
            <a:srgbClr val="93C5FD">
              <a:alpha val="30000"/>
            </a:srgbClr>
          </a:solidFill>
          <a:ln w="12700">
            <a:solidFill>
              <a:srgbClr val="93C5FD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🇺🇸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080760" y="18745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HebronGuide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English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80760" y="267004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English-Speaking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Immigrants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80760" y="32735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English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730752"/>
            <a:ext cx="2377440" cy="384048"/>
          </a:xfrm>
          <a:prstGeom prst="rect">
            <a:avLst/>
          </a:prstGeom>
          <a:solidFill>
            <a:srgbClr val="0D1A2A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7307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🔵 준비 중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플랫폼, 같은 마음, 다른 언어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platform, same heart, different language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목사님의 역할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Pastor's Role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371600" cy="1097280"/>
          </a:xfrm>
          <a:prstGeom prst="ellipse">
            <a:avLst/>
          </a:prstGeom>
          <a:solidFill>
            <a:srgbClr val="212D3D"/>
          </a:solidFill>
          <a:ln w="254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7043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✈️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이민자 도착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Immigrant Arrives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1664208"/>
            <a:ext cx="6858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58191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227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23160" y="1143000"/>
            <a:ext cx="1371600" cy="1097280"/>
          </a:xfrm>
          <a:prstGeom prst="ellipse">
            <a:avLst/>
          </a:prstGeom>
          <a:solidFill>
            <a:srgbClr val="212D3D"/>
          </a:solidFill>
          <a:ln w="254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117043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28600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HebronGuide 발견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HebronGuide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1664208"/>
            <a:ext cx="6858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58191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227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143000"/>
            <a:ext cx="1371600" cy="1097280"/>
          </a:xfrm>
          <a:prstGeom prst="ellipse">
            <a:avLst/>
          </a:prstGeom>
          <a:solidFill>
            <a:srgbClr val="212D3D"/>
          </a:solidFill>
          <a:ln w="254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117043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⛪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43484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교회 탭 클릭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Church Tab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9320" y="1664208"/>
            <a:ext cx="6858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58191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227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0840" y="1143000"/>
            <a:ext cx="1371600" cy="1097280"/>
          </a:xfrm>
          <a:prstGeom prst="ellipse">
            <a:avLst/>
          </a:prstGeom>
          <a:solidFill>
            <a:srgbClr val="212D3D"/>
          </a:solidFill>
          <a:ln w="254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20840" y="117043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58368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목사님과 연결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with Pastor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8412480" cy="1188720"/>
          </a:xfrm>
          <a:prstGeom prst="rect">
            <a:avLst/>
          </a:prstGeom>
          <a:solidFill>
            <a:srgbClr val="1A3020"/>
          </a:solidFill>
          <a:ln w="254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320040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⭐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234440" y="3218688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목사님은 데이터를 입력하는 사람이 아닙니다. 신뢰를 보증하는 사람입니다.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34440" y="3730752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Pastors don't enter data. Pastors vouch for trust.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 인증 배지 시스템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 Badge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" cy="502920"/>
          </a:xfrm>
          <a:prstGeom prst="ellipse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15214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업소 등재 가능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49961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list their business — open to 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502920" cy="50292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02082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목사님이 추천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3682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 endorses the listing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88950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확인 후 ⭐ 배지 부여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2369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verification — ⭐ badge appears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502920" cy="502920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75818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VIP가 자연스럽게 ⭐ 업소 선택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105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Non-believers naturally choose ⭐ businesses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1115568"/>
            <a:ext cx="2560320" cy="3474720"/>
          </a:xfrm>
          <a:prstGeom prst="rect">
            <a:avLst/>
          </a:prstGeom>
          <a:solidFill>
            <a:srgbClr val="212D3D"/>
          </a:solidFill>
          <a:ln w="1905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⭐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309360" y="1920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목사 인증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Pastor Verified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2697480"/>
            <a:ext cx="219456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8163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배지가 없는 업소도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등재는 됩니다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337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(일반 등재)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badge = Basic listing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572000"/>
            <a:ext cx="5760720" cy="384048"/>
          </a:xfrm>
          <a:prstGeom prst="rect">
            <a:avLst/>
          </a:prstGeom>
          <a:solidFill>
            <a:srgbClr val="212D3D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57200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성도의 업소가 환대의 도구가 됩니다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부탁드리는 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097280"/>
          </a:xfrm>
          <a:prstGeom prst="rect">
            <a:avLst/>
          </a:prstGeom>
          <a:solidFill>
            <a:srgbClr val="212D3D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77724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2344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교회로 함께해 주세요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58191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as a partner church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89280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교회 정보 등재 + 새가족 환영 약속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8412480" cy="1097280"/>
          </a:xfrm>
          <a:prstGeom prst="rect">
            <a:avLst/>
          </a:prstGeom>
          <a:solidFill>
            <a:srgbClr val="212D3D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77440"/>
            <a:ext cx="77724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7744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246888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성도 업소를 추천해 주세요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81635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members' businesses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12724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목사님의 추천 한 줄이 ⭐ 배지가 됩니다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8412480" cy="1097280"/>
          </a:xfrm>
          <a:prstGeom prst="rect">
            <a:avLst/>
          </a:prstGeom>
          <a:solidFill>
            <a:srgbClr val="212D3D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11880"/>
            <a:ext cx="777240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1188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37033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커뮤니티의 목소리가 되어 주세요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05079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voice for your community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36168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언어 버전의 콘텐츠·교회 데이터 함께 만들기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0D1A12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기술은 제가 합니다. 관계는 우리가 함께 합니다.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7680960" cy="54864"/>
          </a:xfrm>
          <a:prstGeom prst="rect">
            <a:avLst/>
          </a:prstGeom>
          <a:solidFill>
            <a:srgbClr val="7A9BB5"/>
          </a:solidFill>
          <a:ln w="12700">
            <a:solidFill>
              <a:srgbClr val="7A9B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359152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143000"/>
            <a:ext cx="2377440" cy="1097280"/>
          </a:xfrm>
          <a:prstGeom prst="rect">
            <a:avLst/>
          </a:prstGeom>
          <a:solidFill>
            <a:srgbClr val="212D3D"/>
          </a:solidFill>
          <a:ln w="254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1704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지금 Now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1664208"/>
            <a:ext cx="210312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37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한인 버전 안정화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944368"/>
            <a:ext cx="2377440" cy="1234440"/>
          </a:xfrm>
          <a:prstGeom prst="rect">
            <a:avLst/>
          </a:prstGeom>
          <a:solidFill>
            <a:srgbClr val="212D3D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9923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version — stable &amp; live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3611880"/>
            <a:ext cx="2011680" cy="384048"/>
          </a:xfrm>
          <a:prstGeom prst="rect">
            <a:avLst/>
          </a:prstGeom>
          <a:solidFill>
            <a:srgbClr val="0D152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11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🟢 완료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51960" y="2359152"/>
            <a:ext cx="457200" cy="457200"/>
          </a:xfrm>
          <a:prstGeom prst="ellipse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66160" y="1143000"/>
            <a:ext cx="2377440" cy="1097280"/>
          </a:xfrm>
          <a:prstGeom prst="rect">
            <a:avLst/>
          </a:prstGeom>
          <a:solidFill>
            <a:srgbClr val="212D3D"/>
          </a:solidFill>
          <a:ln w="254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66160" y="11704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하반기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703320" y="1664208"/>
            <a:ext cx="2103120" cy="36576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737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스페인어 버전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66160" y="2944368"/>
            <a:ext cx="2377440" cy="1234440"/>
          </a:xfrm>
          <a:prstGeom prst="rect">
            <a:avLst/>
          </a:prstGeom>
          <a:solidFill>
            <a:srgbClr val="212D3D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99923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/ Latino version launch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49040" y="3611880"/>
            <a:ext cx="2011680" cy="384048"/>
          </a:xfrm>
          <a:prstGeom prst="rect">
            <a:avLst/>
          </a:prstGeom>
          <a:solidFill>
            <a:srgbClr val="0D1520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3611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🔵 시작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95160" y="2359152"/>
            <a:ext cx="457200" cy="457200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143000"/>
            <a:ext cx="2377440" cy="1097280"/>
          </a:xfrm>
          <a:prstGeom prst="rect">
            <a:avLst/>
          </a:prstGeom>
          <a:solidFill>
            <a:srgbClr val="212D3D"/>
          </a:solidFill>
          <a:ln w="254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11704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46520" y="1664208"/>
            <a:ext cx="2103120" cy="3657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17373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 버전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2944368"/>
            <a:ext cx="2377440" cy="1234440"/>
          </a:xfrm>
          <a:prstGeom prst="rect">
            <a:avLst/>
          </a:prstGeom>
          <a:solidFill>
            <a:srgbClr val="212D3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99923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version — all communities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0" y="3611880"/>
            <a:ext cx="2011680" cy="384048"/>
          </a:xfrm>
          <a:prstGeom prst="rect">
            <a:avLst/>
          </a:prstGeom>
          <a:solidFill>
            <a:srgbClr val="0D1520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611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🔵 계획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407408"/>
            <a:ext cx="8412480" cy="475488"/>
          </a:xfrm>
          <a:prstGeom prst="rect">
            <a:avLst/>
          </a:prstGeom>
          <a:solidFill>
            <a:srgbClr val="212D3D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4074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🍽️  오늘 이 식사가 시작입니다  ·  This meal today is the beginning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CF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함께라면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멀리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Together, we go further.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926080" y="2944368"/>
            <a:ext cx="329184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906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A9B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was a stranger and you welcomed me."  — Matthew 25:35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3639312"/>
            <a:ext cx="5486400" cy="896112"/>
          </a:xfrm>
          <a:prstGeom prst="rect">
            <a:avLst/>
          </a:prstGeom>
          <a:solidFill>
            <a:srgbClr val="212D3D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367588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김성수 (Paul Kim) 목사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40690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hebronplatform@gmail.com  ·  hebronguide.com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HebronGuide Vision — Multi-Ethnic Expansion</dc:title>
  <dc:subject>PptxGenJS Presentation</dc:subject>
  <dc:creator>김성수 (Paul Kim)</dc:creator>
  <cp:lastModifiedBy>김성수 (Paul Kim)</cp:lastModifiedBy>
  <cp:revision>1</cp:revision>
  <dcterms:created xsi:type="dcterms:W3CDTF">2026-05-13T22:26:05Z</dcterms:created>
  <dcterms:modified xsi:type="dcterms:W3CDTF">2026-05-13T22:26:05Z</dcterms:modified>
</cp:coreProperties>
</file>